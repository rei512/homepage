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4319588" cy="2268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42" autoAdjust="0"/>
    <p:restoredTop sz="94660"/>
  </p:normalViewPr>
  <p:slideViewPr>
    <p:cSldViewPr snapToGrid="0">
      <p:cViewPr>
        <p:scale>
          <a:sx n="200" d="100"/>
          <a:sy n="200" d="100"/>
        </p:scale>
        <p:origin x="1428" y="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371263"/>
            <a:ext cx="3239691" cy="789787"/>
          </a:xfrm>
        </p:spPr>
        <p:txBody>
          <a:bodyPr anchor="b"/>
          <a:lstStyle>
            <a:lvl1pPr algn="ctr">
              <a:defRPr sz="198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949" y="1191508"/>
            <a:ext cx="3239691" cy="547705"/>
          </a:xfrm>
        </p:spPr>
        <p:txBody>
          <a:bodyPr/>
          <a:lstStyle>
            <a:lvl1pPr marL="0" indent="0" algn="ctr">
              <a:buNone/>
              <a:defRPr sz="794"/>
            </a:lvl1pPr>
            <a:lvl2pPr marL="151242" indent="0" algn="ctr">
              <a:buNone/>
              <a:defRPr sz="662"/>
            </a:lvl2pPr>
            <a:lvl3pPr marL="302484" indent="0" algn="ctr">
              <a:buNone/>
              <a:defRPr sz="595"/>
            </a:lvl3pPr>
            <a:lvl4pPr marL="453725" indent="0" algn="ctr">
              <a:buNone/>
              <a:defRPr sz="529"/>
            </a:lvl4pPr>
            <a:lvl5pPr marL="604967" indent="0" algn="ctr">
              <a:buNone/>
              <a:defRPr sz="529"/>
            </a:lvl5pPr>
            <a:lvl6pPr marL="756209" indent="0" algn="ctr">
              <a:buNone/>
              <a:defRPr sz="529"/>
            </a:lvl6pPr>
            <a:lvl7pPr marL="907451" indent="0" algn="ctr">
              <a:buNone/>
              <a:defRPr sz="529"/>
            </a:lvl7pPr>
            <a:lvl8pPr marL="1058692" indent="0" algn="ctr">
              <a:buNone/>
              <a:defRPr sz="529"/>
            </a:lvl8pPr>
            <a:lvl9pPr marL="1209934" indent="0" algn="ctr">
              <a:buNone/>
              <a:defRPr sz="529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3D76-360B-4CA0-BE31-004D4AB8B3B3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B277-6150-4A28-8D30-63DDE863A4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36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3D76-360B-4CA0-BE31-004D4AB8B3B3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B277-6150-4A28-8D30-63DDE863A4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9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722" y="565559"/>
            <a:ext cx="3725645" cy="943649"/>
          </a:xfrm>
        </p:spPr>
        <p:txBody>
          <a:bodyPr anchor="b"/>
          <a:lstStyle>
            <a:lvl1pPr>
              <a:defRPr sz="198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722" y="1518135"/>
            <a:ext cx="3725645" cy="496243"/>
          </a:xfrm>
        </p:spPr>
        <p:txBody>
          <a:bodyPr/>
          <a:lstStyle>
            <a:lvl1pPr marL="0" indent="0">
              <a:buNone/>
              <a:defRPr sz="794">
                <a:solidFill>
                  <a:schemeClr val="tx1">
                    <a:tint val="82000"/>
                  </a:schemeClr>
                </a:solidFill>
              </a:defRPr>
            </a:lvl1pPr>
            <a:lvl2pPr marL="151242" indent="0">
              <a:buNone/>
              <a:defRPr sz="662">
                <a:solidFill>
                  <a:schemeClr val="tx1">
                    <a:tint val="82000"/>
                  </a:schemeClr>
                </a:solidFill>
              </a:defRPr>
            </a:lvl2pPr>
            <a:lvl3pPr marL="302484" indent="0">
              <a:buNone/>
              <a:defRPr sz="595">
                <a:solidFill>
                  <a:schemeClr val="tx1">
                    <a:tint val="82000"/>
                  </a:schemeClr>
                </a:solidFill>
              </a:defRPr>
            </a:lvl3pPr>
            <a:lvl4pPr marL="453725" indent="0">
              <a:buNone/>
              <a:defRPr sz="529">
                <a:solidFill>
                  <a:schemeClr val="tx1">
                    <a:tint val="82000"/>
                  </a:schemeClr>
                </a:solidFill>
              </a:defRPr>
            </a:lvl4pPr>
            <a:lvl5pPr marL="604967" indent="0">
              <a:buNone/>
              <a:defRPr sz="529">
                <a:solidFill>
                  <a:schemeClr val="tx1">
                    <a:tint val="82000"/>
                  </a:schemeClr>
                </a:solidFill>
              </a:defRPr>
            </a:lvl5pPr>
            <a:lvl6pPr marL="756209" indent="0">
              <a:buNone/>
              <a:defRPr sz="529">
                <a:solidFill>
                  <a:schemeClr val="tx1">
                    <a:tint val="82000"/>
                  </a:schemeClr>
                </a:solidFill>
              </a:defRPr>
            </a:lvl6pPr>
            <a:lvl7pPr marL="907451" indent="0">
              <a:buNone/>
              <a:defRPr sz="529">
                <a:solidFill>
                  <a:schemeClr val="tx1">
                    <a:tint val="82000"/>
                  </a:schemeClr>
                </a:solidFill>
              </a:defRPr>
            </a:lvl7pPr>
            <a:lvl8pPr marL="1058692" indent="0">
              <a:buNone/>
              <a:defRPr sz="529">
                <a:solidFill>
                  <a:schemeClr val="tx1">
                    <a:tint val="82000"/>
                  </a:schemeClr>
                </a:solidFill>
              </a:defRPr>
            </a:lvl8pPr>
            <a:lvl9pPr marL="1209934" indent="0">
              <a:buNone/>
              <a:defRPr sz="52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3D76-360B-4CA0-BE31-004D4AB8B3B3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B277-6150-4A28-8D30-63DDE863A4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7166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6972" y="603893"/>
            <a:ext cx="1835825" cy="143936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86791" y="603893"/>
            <a:ext cx="1835825" cy="143936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3D76-360B-4CA0-BE31-004D4AB8B3B3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B277-6150-4A28-8D30-63DDE863A4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3958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34" y="120779"/>
            <a:ext cx="3725645" cy="43847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534" y="556107"/>
            <a:ext cx="1827388" cy="272539"/>
          </a:xfrm>
        </p:spPr>
        <p:txBody>
          <a:bodyPr anchor="b"/>
          <a:lstStyle>
            <a:lvl1pPr marL="0" indent="0">
              <a:buNone/>
              <a:defRPr sz="794" b="1"/>
            </a:lvl1pPr>
            <a:lvl2pPr marL="151242" indent="0">
              <a:buNone/>
              <a:defRPr sz="662" b="1"/>
            </a:lvl2pPr>
            <a:lvl3pPr marL="302484" indent="0">
              <a:buNone/>
              <a:defRPr sz="595" b="1"/>
            </a:lvl3pPr>
            <a:lvl4pPr marL="453725" indent="0">
              <a:buNone/>
              <a:defRPr sz="529" b="1"/>
            </a:lvl4pPr>
            <a:lvl5pPr marL="604967" indent="0">
              <a:buNone/>
              <a:defRPr sz="529" b="1"/>
            </a:lvl5pPr>
            <a:lvl6pPr marL="756209" indent="0">
              <a:buNone/>
              <a:defRPr sz="529" b="1"/>
            </a:lvl6pPr>
            <a:lvl7pPr marL="907451" indent="0">
              <a:buNone/>
              <a:defRPr sz="529" b="1"/>
            </a:lvl7pPr>
            <a:lvl8pPr marL="1058692" indent="0">
              <a:buNone/>
              <a:defRPr sz="529" b="1"/>
            </a:lvl8pPr>
            <a:lvl9pPr marL="1209934" indent="0">
              <a:buNone/>
              <a:defRPr sz="529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7534" y="828647"/>
            <a:ext cx="1827388" cy="121881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86791" y="556107"/>
            <a:ext cx="1836388" cy="272539"/>
          </a:xfrm>
        </p:spPr>
        <p:txBody>
          <a:bodyPr anchor="b"/>
          <a:lstStyle>
            <a:lvl1pPr marL="0" indent="0">
              <a:buNone/>
              <a:defRPr sz="794" b="1"/>
            </a:lvl1pPr>
            <a:lvl2pPr marL="151242" indent="0">
              <a:buNone/>
              <a:defRPr sz="662" b="1"/>
            </a:lvl2pPr>
            <a:lvl3pPr marL="302484" indent="0">
              <a:buNone/>
              <a:defRPr sz="595" b="1"/>
            </a:lvl3pPr>
            <a:lvl4pPr marL="453725" indent="0">
              <a:buNone/>
              <a:defRPr sz="529" b="1"/>
            </a:lvl4pPr>
            <a:lvl5pPr marL="604967" indent="0">
              <a:buNone/>
              <a:defRPr sz="529" b="1"/>
            </a:lvl5pPr>
            <a:lvl6pPr marL="756209" indent="0">
              <a:buNone/>
              <a:defRPr sz="529" b="1"/>
            </a:lvl6pPr>
            <a:lvl7pPr marL="907451" indent="0">
              <a:buNone/>
              <a:defRPr sz="529" b="1"/>
            </a:lvl7pPr>
            <a:lvl8pPr marL="1058692" indent="0">
              <a:buNone/>
              <a:defRPr sz="529" b="1"/>
            </a:lvl8pPr>
            <a:lvl9pPr marL="1209934" indent="0">
              <a:buNone/>
              <a:defRPr sz="529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86791" y="828647"/>
            <a:ext cx="1836388" cy="121881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3D76-360B-4CA0-BE31-004D4AB8B3B3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B277-6150-4A28-8D30-63DDE863A4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0782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3D76-360B-4CA0-BE31-004D4AB8B3B3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B277-6150-4A28-8D30-63DDE863A4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1643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3D76-360B-4CA0-BE31-004D4AB8B3B3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B277-6150-4A28-8D30-63DDE863A4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0459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35" y="151236"/>
            <a:ext cx="1393179" cy="529326"/>
          </a:xfrm>
        </p:spPr>
        <p:txBody>
          <a:bodyPr anchor="b"/>
          <a:lstStyle>
            <a:lvl1pPr>
              <a:defRPr sz="105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6388" y="326628"/>
            <a:ext cx="2186791" cy="1612132"/>
          </a:xfrm>
        </p:spPr>
        <p:txBody>
          <a:bodyPr/>
          <a:lstStyle>
            <a:lvl1pPr>
              <a:defRPr sz="1059"/>
            </a:lvl1pPr>
            <a:lvl2pPr>
              <a:defRPr sz="926"/>
            </a:lvl2pPr>
            <a:lvl3pPr>
              <a:defRPr sz="794"/>
            </a:lvl3pPr>
            <a:lvl4pPr>
              <a:defRPr sz="662"/>
            </a:lvl4pPr>
            <a:lvl5pPr>
              <a:defRPr sz="662"/>
            </a:lvl5pPr>
            <a:lvl6pPr>
              <a:defRPr sz="662"/>
            </a:lvl6pPr>
            <a:lvl7pPr>
              <a:defRPr sz="662"/>
            </a:lvl7pPr>
            <a:lvl8pPr>
              <a:defRPr sz="662"/>
            </a:lvl8pPr>
            <a:lvl9pPr>
              <a:defRPr sz="662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35" y="680561"/>
            <a:ext cx="1393179" cy="1260824"/>
          </a:xfrm>
        </p:spPr>
        <p:txBody>
          <a:bodyPr/>
          <a:lstStyle>
            <a:lvl1pPr marL="0" indent="0">
              <a:buNone/>
              <a:defRPr sz="529"/>
            </a:lvl1pPr>
            <a:lvl2pPr marL="151242" indent="0">
              <a:buNone/>
              <a:defRPr sz="463"/>
            </a:lvl2pPr>
            <a:lvl3pPr marL="302484" indent="0">
              <a:buNone/>
              <a:defRPr sz="397"/>
            </a:lvl3pPr>
            <a:lvl4pPr marL="453725" indent="0">
              <a:buNone/>
              <a:defRPr sz="331"/>
            </a:lvl4pPr>
            <a:lvl5pPr marL="604967" indent="0">
              <a:buNone/>
              <a:defRPr sz="331"/>
            </a:lvl5pPr>
            <a:lvl6pPr marL="756209" indent="0">
              <a:buNone/>
              <a:defRPr sz="331"/>
            </a:lvl6pPr>
            <a:lvl7pPr marL="907451" indent="0">
              <a:buNone/>
              <a:defRPr sz="331"/>
            </a:lvl7pPr>
            <a:lvl8pPr marL="1058692" indent="0">
              <a:buNone/>
              <a:defRPr sz="331"/>
            </a:lvl8pPr>
            <a:lvl9pPr marL="1209934" indent="0">
              <a:buNone/>
              <a:defRPr sz="33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3D76-360B-4CA0-BE31-004D4AB8B3B3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B277-6150-4A28-8D30-63DDE863A4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288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35" y="151236"/>
            <a:ext cx="1393179" cy="529326"/>
          </a:xfrm>
        </p:spPr>
        <p:txBody>
          <a:bodyPr anchor="b"/>
          <a:lstStyle>
            <a:lvl1pPr>
              <a:defRPr sz="105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36388" y="326628"/>
            <a:ext cx="2186791" cy="1612132"/>
          </a:xfrm>
        </p:spPr>
        <p:txBody>
          <a:bodyPr anchor="t"/>
          <a:lstStyle>
            <a:lvl1pPr marL="0" indent="0">
              <a:buNone/>
              <a:defRPr sz="1059"/>
            </a:lvl1pPr>
            <a:lvl2pPr marL="151242" indent="0">
              <a:buNone/>
              <a:defRPr sz="926"/>
            </a:lvl2pPr>
            <a:lvl3pPr marL="302484" indent="0">
              <a:buNone/>
              <a:defRPr sz="794"/>
            </a:lvl3pPr>
            <a:lvl4pPr marL="453725" indent="0">
              <a:buNone/>
              <a:defRPr sz="662"/>
            </a:lvl4pPr>
            <a:lvl5pPr marL="604967" indent="0">
              <a:buNone/>
              <a:defRPr sz="662"/>
            </a:lvl5pPr>
            <a:lvl6pPr marL="756209" indent="0">
              <a:buNone/>
              <a:defRPr sz="662"/>
            </a:lvl6pPr>
            <a:lvl7pPr marL="907451" indent="0">
              <a:buNone/>
              <a:defRPr sz="662"/>
            </a:lvl7pPr>
            <a:lvl8pPr marL="1058692" indent="0">
              <a:buNone/>
              <a:defRPr sz="662"/>
            </a:lvl8pPr>
            <a:lvl9pPr marL="1209934" indent="0">
              <a:buNone/>
              <a:defRPr sz="662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35" y="680561"/>
            <a:ext cx="1393179" cy="1260824"/>
          </a:xfrm>
        </p:spPr>
        <p:txBody>
          <a:bodyPr/>
          <a:lstStyle>
            <a:lvl1pPr marL="0" indent="0">
              <a:buNone/>
              <a:defRPr sz="529"/>
            </a:lvl1pPr>
            <a:lvl2pPr marL="151242" indent="0">
              <a:buNone/>
              <a:defRPr sz="463"/>
            </a:lvl2pPr>
            <a:lvl3pPr marL="302484" indent="0">
              <a:buNone/>
              <a:defRPr sz="397"/>
            </a:lvl3pPr>
            <a:lvl4pPr marL="453725" indent="0">
              <a:buNone/>
              <a:defRPr sz="331"/>
            </a:lvl4pPr>
            <a:lvl5pPr marL="604967" indent="0">
              <a:buNone/>
              <a:defRPr sz="331"/>
            </a:lvl5pPr>
            <a:lvl6pPr marL="756209" indent="0">
              <a:buNone/>
              <a:defRPr sz="331"/>
            </a:lvl6pPr>
            <a:lvl7pPr marL="907451" indent="0">
              <a:buNone/>
              <a:defRPr sz="331"/>
            </a:lvl7pPr>
            <a:lvl8pPr marL="1058692" indent="0">
              <a:buNone/>
              <a:defRPr sz="331"/>
            </a:lvl8pPr>
            <a:lvl9pPr marL="1209934" indent="0">
              <a:buNone/>
              <a:defRPr sz="33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3D76-360B-4CA0-BE31-004D4AB8B3B3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B277-6150-4A28-8D30-63DDE863A4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1454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3D76-360B-4CA0-BE31-004D4AB8B3B3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B277-6150-4A28-8D30-63DDE863A4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9045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91205" y="120779"/>
            <a:ext cx="931411" cy="192248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6971" y="120779"/>
            <a:ext cx="2740239" cy="192248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3D76-360B-4CA0-BE31-004D4AB8B3B3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B277-6150-4A28-8D30-63DDE863A4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4698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6972" y="120779"/>
            <a:ext cx="3725645" cy="438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6972" y="603893"/>
            <a:ext cx="3725645" cy="1439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6972" y="2102599"/>
            <a:ext cx="971907" cy="1207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B83D76-360B-4CA0-BE31-004D4AB8B3B3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30864" y="2102599"/>
            <a:ext cx="1457861" cy="1207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50709" y="2102599"/>
            <a:ext cx="971907" cy="1207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E8B277-6150-4A28-8D30-63DDE863A4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5040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484" rtl="0" eaLnBrk="1" latinLnBrk="0" hangingPunct="1">
        <a:lnSpc>
          <a:spcPct val="90000"/>
        </a:lnSpc>
        <a:spcBef>
          <a:spcPct val="0"/>
        </a:spcBef>
        <a:buNone/>
        <a:defRPr kumimoji="1" sz="14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21" indent="-75621" algn="l" defTabSz="302484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kumimoji="1" sz="926" kern="1200">
          <a:solidFill>
            <a:schemeClr val="tx1"/>
          </a:solidFill>
          <a:latin typeface="+mn-lt"/>
          <a:ea typeface="+mn-ea"/>
          <a:cs typeface="+mn-cs"/>
        </a:defRPr>
      </a:lvl1pPr>
      <a:lvl2pPr marL="226863" indent="-75621" algn="l" defTabSz="302484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kumimoji="1" sz="794" kern="1200">
          <a:solidFill>
            <a:schemeClr val="tx1"/>
          </a:solidFill>
          <a:latin typeface="+mn-lt"/>
          <a:ea typeface="+mn-ea"/>
          <a:cs typeface="+mn-cs"/>
        </a:defRPr>
      </a:lvl2pPr>
      <a:lvl3pPr marL="378104" indent="-75621" algn="l" defTabSz="302484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kumimoji="1" sz="662" kern="1200">
          <a:solidFill>
            <a:schemeClr val="tx1"/>
          </a:solidFill>
          <a:latin typeface="+mn-lt"/>
          <a:ea typeface="+mn-ea"/>
          <a:cs typeface="+mn-cs"/>
        </a:defRPr>
      </a:lvl3pPr>
      <a:lvl4pPr marL="529346" indent="-75621" algn="l" defTabSz="302484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kumimoji="1" sz="595" kern="1200">
          <a:solidFill>
            <a:schemeClr val="tx1"/>
          </a:solidFill>
          <a:latin typeface="+mn-lt"/>
          <a:ea typeface="+mn-ea"/>
          <a:cs typeface="+mn-cs"/>
        </a:defRPr>
      </a:lvl4pPr>
      <a:lvl5pPr marL="680588" indent="-75621" algn="l" defTabSz="302484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kumimoji="1" sz="595" kern="1200">
          <a:solidFill>
            <a:schemeClr val="tx1"/>
          </a:solidFill>
          <a:latin typeface="+mn-lt"/>
          <a:ea typeface="+mn-ea"/>
          <a:cs typeface="+mn-cs"/>
        </a:defRPr>
      </a:lvl5pPr>
      <a:lvl6pPr marL="831830" indent="-75621" algn="l" defTabSz="302484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kumimoji="1" sz="595" kern="1200">
          <a:solidFill>
            <a:schemeClr val="tx1"/>
          </a:solidFill>
          <a:latin typeface="+mn-lt"/>
          <a:ea typeface="+mn-ea"/>
          <a:cs typeface="+mn-cs"/>
        </a:defRPr>
      </a:lvl6pPr>
      <a:lvl7pPr marL="983071" indent="-75621" algn="l" defTabSz="302484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kumimoji="1" sz="595" kern="1200">
          <a:solidFill>
            <a:schemeClr val="tx1"/>
          </a:solidFill>
          <a:latin typeface="+mn-lt"/>
          <a:ea typeface="+mn-ea"/>
          <a:cs typeface="+mn-cs"/>
        </a:defRPr>
      </a:lvl7pPr>
      <a:lvl8pPr marL="1134313" indent="-75621" algn="l" defTabSz="302484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kumimoji="1" sz="595" kern="1200">
          <a:solidFill>
            <a:schemeClr val="tx1"/>
          </a:solidFill>
          <a:latin typeface="+mn-lt"/>
          <a:ea typeface="+mn-ea"/>
          <a:cs typeface="+mn-cs"/>
        </a:defRPr>
      </a:lvl8pPr>
      <a:lvl9pPr marL="1285555" indent="-75621" algn="l" defTabSz="302484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kumimoji="1" sz="5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484" rtl="0" eaLnBrk="1" latinLnBrk="0" hangingPunct="1">
        <a:defRPr kumimoji="1" sz="595" kern="1200">
          <a:solidFill>
            <a:schemeClr val="tx1"/>
          </a:solidFill>
          <a:latin typeface="+mn-lt"/>
          <a:ea typeface="+mn-ea"/>
          <a:cs typeface="+mn-cs"/>
        </a:defRPr>
      </a:lvl1pPr>
      <a:lvl2pPr marL="151242" algn="l" defTabSz="302484" rtl="0" eaLnBrk="1" latinLnBrk="0" hangingPunct="1">
        <a:defRPr kumimoji="1" sz="595" kern="1200">
          <a:solidFill>
            <a:schemeClr val="tx1"/>
          </a:solidFill>
          <a:latin typeface="+mn-lt"/>
          <a:ea typeface="+mn-ea"/>
          <a:cs typeface="+mn-cs"/>
        </a:defRPr>
      </a:lvl2pPr>
      <a:lvl3pPr marL="302484" algn="l" defTabSz="302484" rtl="0" eaLnBrk="1" latinLnBrk="0" hangingPunct="1">
        <a:defRPr kumimoji="1" sz="595" kern="1200">
          <a:solidFill>
            <a:schemeClr val="tx1"/>
          </a:solidFill>
          <a:latin typeface="+mn-lt"/>
          <a:ea typeface="+mn-ea"/>
          <a:cs typeface="+mn-cs"/>
        </a:defRPr>
      </a:lvl3pPr>
      <a:lvl4pPr marL="453725" algn="l" defTabSz="302484" rtl="0" eaLnBrk="1" latinLnBrk="0" hangingPunct="1">
        <a:defRPr kumimoji="1" sz="595" kern="1200">
          <a:solidFill>
            <a:schemeClr val="tx1"/>
          </a:solidFill>
          <a:latin typeface="+mn-lt"/>
          <a:ea typeface="+mn-ea"/>
          <a:cs typeface="+mn-cs"/>
        </a:defRPr>
      </a:lvl4pPr>
      <a:lvl5pPr marL="604967" algn="l" defTabSz="302484" rtl="0" eaLnBrk="1" latinLnBrk="0" hangingPunct="1">
        <a:defRPr kumimoji="1" sz="595" kern="1200">
          <a:solidFill>
            <a:schemeClr val="tx1"/>
          </a:solidFill>
          <a:latin typeface="+mn-lt"/>
          <a:ea typeface="+mn-ea"/>
          <a:cs typeface="+mn-cs"/>
        </a:defRPr>
      </a:lvl5pPr>
      <a:lvl6pPr marL="756209" algn="l" defTabSz="302484" rtl="0" eaLnBrk="1" latinLnBrk="0" hangingPunct="1">
        <a:defRPr kumimoji="1" sz="595" kern="1200">
          <a:solidFill>
            <a:schemeClr val="tx1"/>
          </a:solidFill>
          <a:latin typeface="+mn-lt"/>
          <a:ea typeface="+mn-ea"/>
          <a:cs typeface="+mn-cs"/>
        </a:defRPr>
      </a:lvl6pPr>
      <a:lvl7pPr marL="907451" algn="l" defTabSz="302484" rtl="0" eaLnBrk="1" latinLnBrk="0" hangingPunct="1">
        <a:defRPr kumimoji="1" sz="595" kern="1200">
          <a:solidFill>
            <a:schemeClr val="tx1"/>
          </a:solidFill>
          <a:latin typeface="+mn-lt"/>
          <a:ea typeface="+mn-ea"/>
          <a:cs typeface="+mn-cs"/>
        </a:defRPr>
      </a:lvl7pPr>
      <a:lvl8pPr marL="1058692" algn="l" defTabSz="302484" rtl="0" eaLnBrk="1" latinLnBrk="0" hangingPunct="1">
        <a:defRPr kumimoji="1" sz="595" kern="1200">
          <a:solidFill>
            <a:schemeClr val="tx1"/>
          </a:solidFill>
          <a:latin typeface="+mn-lt"/>
          <a:ea typeface="+mn-ea"/>
          <a:cs typeface="+mn-cs"/>
        </a:defRPr>
      </a:lvl8pPr>
      <a:lvl9pPr marL="1209934" algn="l" defTabSz="302484" rtl="0" eaLnBrk="1" latinLnBrk="0" hangingPunct="1">
        <a:defRPr kumimoji="1" sz="5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テンプレートあり】すべてのSNS対応のOGPイメージの作り方 | タスラブログ t3l Blog">
            <a:extLst>
              <a:ext uri="{FF2B5EF4-FFF2-40B4-BE49-F238E27FC236}">
                <a16:creationId xmlns:a16="http://schemas.microsoft.com/office/drawing/2014/main" id="{18EAC4FE-A001-A236-A025-48614D8C0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4318000" cy="2268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2534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355BE5F2-3D71-258D-C6DD-75C263C295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4428" y="445078"/>
            <a:ext cx="1378382" cy="1378382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3561F61-7B9D-E40A-631E-2C5A8A5E4D6A}"/>
              </a:ext>
            </a:extLst>
          </p:cNvPr>
          <p:cNvSpPr/>
          <p:nvPr/>
        </p:nvSpPr>
        <p:spPr>
          <a:xfrm>
            <a:off x="1831525" y="445078"/>
            <a:ext cx="93518" cy="137838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0F38E93-7418-AB48-06B1-8E1D944CA292}"/>
              </a:ext>
            </a:extLst>
          </p:cNvPr>
          <p:cNvSpPr/>
          <p:nvPr/>
        </p:nvSpPr>
        <p:spPr>
          <a:xfrm>
            <a:off x="1989698" y="619124"/>
            <a:ext cx="1753627" cy="10287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18F86DA-C117-5E7F-23EC-F788AA0D8113}"/>
              </a:ext>
            </a:extLst>
          </p:cNvPr>
          <p:cNvSpPr txBox="1"/>
          <p:nvPr/>
        </p:nvSpPr>
        <p:spPr>
          <a:xfrm>
            <a:off x="2015964" y="664908"/>
            <a:ext cx="158968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500" b="1" dirty="0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ΔV LAB</a:t>
            </a:r>
          </a:p>
          <a:p>
            <a:r>
              <a:rPr kumimoji="1" lang="ja-JP" altLang="en-US" sz="1000" b="1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つれづれなるままに，</a:t>
            </a:r>
            <a:endParaRPr kumimoji="1" lang="en-US" altLang="ja-JP" sz="1000" b="1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kumimoji="1" lang="ja-JP" altLang="en-US" sz="1000" b="1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その日暮らし</a:t>
            </a:r>
            <a:endParaRPr kumimoji="1" lang="en-US" altLang="ja-JP" sz="1000" b="1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kumimoji="1" lang="en-US" altLang="ja-JP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Deltav-lab.org</a:t>
            </a:r>
            <a:endParaRPr kumimoji="1" lang="ja-JP" altLang="en-US" sz="1000" b="1" dirty="0">
              <a:latin typeface="Calibri" panose="020F0502020204030204" pitchFamily="34" charset="0"/>
              <a:ea typeface="BIZ UDゴシック" panose="020B0400000000000000" pitchFamily="49" charset="-128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266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9EE556-750A-FA09-0F7D-D9C752B3F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6B1A3EA-EE04-862E-6E36-89FAB68B86EE}"/>
              </a:ext>
            </a:extLst>
          </p:cNvPr>
          <p:cNvSpPr/>
          <p:nvPr/>
        </p:nvSpPr>
        <p:spPr>
          <a:xfrm>
            <a:off x="0" y="0"/>
            <a:ext cx="4319588" cy="23098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F71072A-C891-7E15-C8CF-AE1223B633A3}"/>
              </a:ext>
            </a:extLst>
          </p:cNvPr>
          <p:cNvSpPr/>
          <p:nvPr/>
        </p:nvSpPr>
        <p:spPr>
          <a:xfrm>
            <a:off x="0" y="2063591"/>
            <a:ext cx="4319588" cy="24622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8D1C131B-29BA-073A-76F7-2B544DEEAF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779330"/>
            <a:ext cx="524187" cy="524187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4A98737-EAB7-FAAC-A1CA-0AA1BC585DFD}"/>
              </a:ext>
            </a:extLst>
          </p:cNvPr>
          <p:cNvSpPr txBox="1"/>
          <p:nvPr/>
        </p:nvSpPr>
        <p:spPr>
          <a:xfrm>
            <a:off x="3131127" y="2057296"/>
            <a:ext cx="12188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Deltav-lab.org</a:t>
            </a:r>
            <a:endParaRPr kumimoji="1" lang="ja-JP" altLang="en-US" sz="1000" b="1" dirty="0">
              <a:latin typeface="Calibri" panose="020F0502020204030204" pitchFamily="34" charset="0"/>
              <a:ea typeface="BIZ UDゴシック" panose="020B0400000000000000" pitchFamily="49" charset="-128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943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</TotalTime>
  <Words>15</Words>
  <Application>Microsoft Office PowerPoint</Application>
  <PresentationFormat>ユーザー設定</PresentationFormat>
  <Paragraphs>5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10" baseType="lpstr">
      <vt:lpstr>BIZ UDゴシック</vt:lpstr>
      <vt:lpstr>マキナス 4 Square</vt:lpstr>
      <vt:lpstr>Aptos</vt:lpstr>
      <vt:lpstr>Aptos Display</vt:lpstr>
      <vt:lpstr>Arial</vt:lpstr>
      <vt:lpstr>Calibri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rei_ 512_</dc:creator>
  <cp:lastModifiedBy>rei_ 512_</cp:lastModifiedBy>
  <cp:revision>1</cp:revision>
  <dcterms:created xsi:type="dcterms:W3CDTF">2026-02-09T14:28:56Z</dcterms:created>
  <dcterms:modified xsi:type="dcterms:W3CDTF">2026-02-09T15:01:02Z</dcterms:modified>
</cp:coreProperties>
</file>